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limit (8 h window)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on the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11:00–14:00 across the day, very heavy work, real May 2025 Delhi day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Hand-off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Copy plan as text, English or Hindi (WhatsApp-ready) · print as a wall sheet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83/83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5303520"/>
            <a:ext cx="5212080" cy="118872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544068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Cheap to run, measured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95 KB in 3 requests, no server, no key, zero API calls unless a live forecast is asked for.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the banner names the stop hours inside the shift, the timeline four across the day —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